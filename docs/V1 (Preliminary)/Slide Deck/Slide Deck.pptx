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5D28-89A4-9732-F1EC-835FB4620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67B9-2A2C-5455-C4DF-EB1421247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A8D19-B1F0-3E61-85A5-628BAF81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89F5D-CCE5-F325-A214-25F7AD8F2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4B781-1EDC-ED4D-EF22-242F899D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039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877B-CC79-5B74-27DF-44551F3C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B6307-7CA7-F0C2-7068-8CA59B675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94983-A4E8-5BF5-AA3E-B5528600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44DFD-039C-834B-B003-F31D2D3F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16288-DE80-FA62-6076-72F41B36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65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AB25-1520-5E6B-AB1B-6BFAD125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268A-3C4F-B214-E9DA-5C65482D8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967A7-AE5B-92ED-525E-043D90D5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B5045-F66D-AE92-E856-3124CDFF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4EEEF-9506-7BD3-1A2E-708342DF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140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611A-0C3E-6EDB-DEE1-1DB7CF70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AD1F-B1F7-94BC-CB4E-61E5865C5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CBDB1-025B-9E36-67BA-675627073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5A89D-2220-B043-9B60-5B925B12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0E7B1-B6E2-2AE8-C3B3-BA6E53B8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F6DD5-1FC2-9E97-AA03-0A61766E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13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5190-F3C2-F738-75EE-5A177F06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07EAE-3F6A-A97A-FCA1-2CE9D7A39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4094A-C333-73FD-D802-5AD07281C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3463C-9D50-8FFB-5155-2DC273749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50CB4-BC67-B53E-97FB-6FDDDAB6A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494BA4-D8A8-4DF2-BD34-9D8C6F16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B45503-A33F-4E14-5902-57976D87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F74DA-C3FF-D91E-9C82-EF8863723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95836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BBC1-4B54-09EC-E135-274E050D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DFAED-97AF-3B2F-E620-76767B40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548EA-35D6-9BFB-E0D8-66EDA261E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032A2E-FABF-1B8A-675F-6CE6FF55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11761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A288A-4E89-2A09-AD34-C397689D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39769-1103-FF8F-F281-C7545668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67020-7B79-CBE5-DA38-5369DBA8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457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55E8-58AF-4236-96F1-99F46092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8CEC7-2C34-B32B-2BDA-DE4EE46CA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82F03-512B-D8FB-30E1-B57D563F0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49EE6-8859-75D4-AE99-6010165F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A81EE-0F33-5E43-F016-37BD1744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CC891-50AA-4A21-95F0-2206A1FA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021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860F-236F-95AA-7A2B-18D9C85C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F1793-F65C-B7FB-7C60-67FDC3F62DD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62BE5-C8ED-0C2E-659F-64106D878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AF446-0AD0-5ACC-8665-90B2F2D3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E7C58-2DD8-0631-17B5-34752B1C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FAC61-182C-4BE1-162A-0712204B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4986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A1CB-F0B1-9A97-A516-A1FEF7B5C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4BB6B-61AB-BF8E-BAB6-8055F8988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0C8B4-F6BA-46A0-03F5-2BE06D45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3BFDA-2BAE-643F-4123-292520C6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209D0-3833-5FAE-A0AD-959E7A44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899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DE621-E4E4-9268-9FF2-9D47F97F0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8ADE9-3793-EEC4-276C-6AFC54D21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1F256-22D9-3827-5322-0A9A46EEA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40F90-4CC2-A805-8258-C51D94894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1D558-03A3-A7C5-D0BF-6E12B935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97989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D7AC2-8031-C1D9-213D-4B57AA54E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04EDE-55C0-C09D-8BCE-48ED51333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B0328-C365-394A-F1C5-4968E1E41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5A824-EE7D-4903-9182-7698C8D76A11}" type="datetimeFigureOut">
              <a:rPr lang="en-MY" smtClean="0"/>
              <a:t>24/10/2026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F8FAB-CBB8-8074-1655-50563F69D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DC0A-A306-7BC7-0E4B-62911E699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FCAA2-A674-4F55-85A6-4B3149D007F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9928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7F3DE5-6AB3-786C-0ABF-7C8F242E0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65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A94367-66C3-6B43-F55A-C745CFCEB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58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FC0AA-85E3-F9CD-336B-FE2156CE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6B3E6F-A944-D4E1-6C70-A417F4E3B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6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3841-32A9-31CC-4016-0E04F95E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43E96-B7A7-F654-05D0-CEEB1C752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38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529FB-6FA3-44E2-187E-C1DA311F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50E7E4-AD8C-6B7B-C357-031638F89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8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AC51E-698F-34A7-013A-EAA58FA2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737C48-63FB-6D10-839F-765C2C9B4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50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jw n</dc:creator>
  <cp:lastModifiedBy>jw n</cp:lastModifiedBy>
  <cp:revision>1</cp:revision>
  <dcterms:created xsi:type="dcterms:W3CDTF">2026-10-24T08:41:13Z</dcterms:created>
  <dcterms:modified xsi:type="dcterms:W3CDTF">2026-10-24T08:43:52Z</dcterms:modified>
</cp:coreProperties>
</file>